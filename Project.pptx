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03"/>
  </p:normalViewPr>
  <p:slideViewPr>
    <p:cSldViewPr snapToGrid="0">
      <p:cViewPr>
        <p:scale>
          <a:sx n="82" d="100"/>
          <a:sy n="82" d="100"/>
        </p:scale>
        <p:origin x="70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5370-A141-643E-F25F-6B1A24154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B69DD-DA1D-E7B4-797E-35E344F56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084C3-C99D-87FC-5569-0423B8BD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44011-DC43-9302-06F3-231B5BE3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43CFB-713F-2FB1-2210-59039007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7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C567-10F9-D4E2-396D-84AADF13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88E7-5CCA-F403-FD7B-361F79274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EC47-0323-80A4-48BB-FCCC92FF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CAAFE-CC5B-2BCA-BD70-2C97265F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F8C1F-1129-8EEB-302F-C17B054C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5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C3F7-3D99-E767-2E1E-5F9655BC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DF719-1519-C3CD-2BEF-DEA8EF463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E267A-EF1E-958B-1C07-A7D98F76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DF56A-ABEB-1119-03EE-FD71BCCE4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574C-09E0-2DDA-F7CA-4E39B719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6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FADC-8052-EB0B-622B-EFF55909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45C2-7DF3-7B1D-AABA-919AE370F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881C0-CE09-BB7A-197D-6B5ECBA77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8D09C-AFCC-4B9D-DC71-383EE0A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FA324-8DC2-885D-6BA3-C6BB7D72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3F965-472A-27FB-5D5C-9FAD5BCA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52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494B-85F4-A12D-0669-233541AC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08722-91E7-2FB6-8DF6-43EA3088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9D5F2-780C-E114-A552-EDD589E3C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54E6F-8017-F9A3-9F35-DB1F49EDD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D891A-4E6F-4AE8-2A55-E87BF0420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3F9F0E-14DD-119C-2161-7BBA4A55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8D45F-2C88-A8D4-D617-22B3BEEA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1CA04-BF99-D944-FC49-90109780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2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6E9D-1FAF-9B26-D7E9-138146DA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747F6-4614-0A23-D1B3-FEC3E464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4B1CE-0B9B-E920-E883-DE1C03C3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C00C5-40E5-2E88-5749-A2691059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8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7644A-E799-7A3B-B166-F704F871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2BC73-95D0-F7F8-1A26-F02D1479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50C0D-A6FE-3896-7ADC-E3AD2E3C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3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472F-A9CC-2055-3FB2-91D4F149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F2F5-DBE2-D998-1164-BFDE650BA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6824D-0913-5826-C090-1A28A924E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E002B-A1FA-2580-AEF4-7CBDFCF6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378CE-73B1-B864-D68C-727CAB25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2B171-B64C-93A7-31B1-5EF1B03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5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E718-C2CE-C652-0B16-053DCDFD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25146-BF2F-EAEE-AC64-B80961909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CE40-CF1F-1585-FE54-F9D6C1358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5A84B-FFCB-5167-7BD2-C919F003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5C93A-442B-D59C-25DB-0FFF5EE6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45862-0DC9-8EDE-CA9D-5F6AEF4E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8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56ED-5FF0-09BC-C854-8B96B501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79673-2290-7119-2310-CDA20E393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0CFE-06CC-907A-510C-7EF63C35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D3425-E998-4915-BCDD-994A5171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79A6-F53F-E9F9-F110-1D3F6F95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1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D2CB3-EDF5-8390-0060-B66B980CB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067F9-D1C5-296E-4A8D-F09947B34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59308-3C54-20FF-86FD-FD15BE23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EBF5-D2BE-398C-5E22-99D3E179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E7DF4-E5E8-E636-21A6-3ED96194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3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DF37F-C77E-A312-4802-7226713E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0A297-7430-6327-FD6F-96B252802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94918-1C51-6CB0-DD4C-B4BA91A39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E0A46-04D1-D446-8B43-86725D12834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D6694-0A4E-5F2F-8545-169EC8789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BAE80-9A88-4254-3854-8B25D2A55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5AC2E-F1FB-9447-B110-2D5F23370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2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88E9-322F-F171-94EC-D010FC35E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PONG: THE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FE5CE-14AB-AD41-8B10-2380BD1CF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4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C148-0ED4-28F4-9497-6E73BA75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55" y="-1072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Features</a:t>
            </a: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8021C19-1D6A-9691-B405-913B4FCCEF08}"/>
              </a:ext>
            </a:extLst>
          </p:cNvPr>
          <p:cNvGrpSpPr/>
          <p:nvPr/>
        </p:nvGrpSpPr>
        <p:grpSpPr>
          <a:xfrm>
            <a:off x="3214277" y="3906453"/>
            <a:ext cx="5493860" cy="3825806"/>
            <a:chOff x="3214277" y="3906453"/>
            <a:chExt cx="5493860" cy="382580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712D8EF-F566-D8A0-CAB3-CF438C1ADB3D}"/>
                </a:ext>
              </a:extLst>
            </p:cNvPr>
            <p:cNvGrpSpPr/>
            <p:nvPr/>
          </p:nvGrpSpPr>
          <p:grpSpPr>
            <a:xfrm>
              <a:off x="3346650" y="4047765"/>
              <a:ext cx="5204013" cy="3684494"/>
              <a:chOff x="3493993" y="4034117"/>
              <a:chExt cx="5204013" cy="3684494"/>
            </a:xfrm>
          </p:grpSpPr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E3197ABF-BC71-2941-3D29-11C5004DF8D1}"/>
                  </a:ext>
                </a:extLst>
              </p:cNvPr>
              <p:cNvSpPr/>
              <p:nvPr/>
            </p:nvSpPr>
            <p:spPr>
              <a:xfrm>
                <a:off x="3493994" y="4034117"/>
                <a:ext cx="5204012" cy="3684494"/>
              </a:xfrm>
              <a:prstGeom prst="arc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C6B32A67-AB04-5D85-EE87-E824924825A8}"/>
                  </a:ext>
                </a:extLst>
              </p:cNvPr>
              <p:cNvSpPr/>
              <p:nvPr/>
            </p:nvSpPr>
            <p:spPr>
              <a:xfrm flipH="1">
                <a:off x="3493993" y="4034117"/>
                <a:ext cx="5204010" cy="3591013"/>
              </a:xfrm>
              <a:prstGeom prst="arc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07A07604-3A4C-D85E-6904-6BDA9B032DAC}"/>
                </a:ext>
              </a:extLst>
            </p:cNvPr>
            <p:cNvGrpSpPr/>
            <p:nvPr/>
          </p:nvGrpSpPr>
          <p:grpSpPr>
            <a:xfrm>
              <a:off x="3214277" y="3906453"/>
              <a:ext cx="5493860" cy="3495836"/>
              <a:chOff x="3214277" y="3906453"/>
              <a:chExt cx="5493860" cy="349583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2516D99-E5CC-F800-DD42-93E020ACC5AE}"/>
                  </a:ext>
                </a:extLst>
              </p:cNvPr>
              <p:cNvGrpSpPr/>
              <p:nvPr/>
            </p:nvGrpSpPr>
            <p:grpSpPr>
              <a:xfrm>
                <a:off x="3670037" y="4377734"/>
                <a:ext cx="4557236" cy="3024555"/>
                <a:chOff x="5237898" y="1813512"/>
                <a:chExt cx="4868255" cy="3230973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5303E1A9-5665-0A2D-DC16-3E98A89E2367}"/>
                    </a:ext>
                  </a:extLst>
                </p:cNvPr>
                <p:cNvGrpSpPr/>
                <p:nvPr/>
              </p:nvGrpSpPr>
              <p:grpSpPr>
                <a:xfrm>
                  <a:off x="5542698" y="1813512"/>
                  <a:ext cx="4563455" cy="3230973"/>
                  <a:chOff x="3921189" y="4260877"/>
                  <a:chExt cx="4563455" cy="3230973"/>
                </a:xfrm>
              </p:grpSpPr>
              <p:sp>
                <p:nvSpPr>
                  <p:cNvPr id="10" name="Arc 9">
                    <a:extLst>
                      <a:ext uri="{FF2B5EF4-FFF2-40B4-BE49-F238E27FC236}">
                        <a16:creationId xmlns:a16="http://schemas.microsoft.com/office/drawing/2014/main" id="{2157A6AB-026B-E609-4D4E-5B8F415749EB}"/>
                      </a:ext>
                    </a:extLst>
                  </p:cNvPr>
                  <p:cNvSpPr/>
                  <p:nvPr/>
                </p:nvSpPr>
                <p:spPr>
                  <a:xfrm>
                    <a:off x="3921189" y="4260877"/>
                    <a:ext cx="4563455" cy="3230973"/>
                  </a:xfrm>
                  <a:prstGeom prst="arc">
                    <a:avLst/>
                  </a:prstGeom>
                  <a:noFill/>
                  <a:ln w="101600">
                    <a:solidFill>
                      <a:srgbClr val="FFFF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" name="Arc 10">
                    <a:extLst>
                      <a:ext uri="{FF2B5EF4-FFF2-40B4-BE49-F238E27FC236}">
                        <a16:creationId xmlns:a16="http://schemas.microsoft.com/office/drawing/2014/main" id="{20ADE19E-3926-494A-C642-3804FBB0A38D}"/>
                      </a:ext>
                    </a:extLst>
                  </p:cNvPr>
                  <p:cNvSpPr/>
                  <p:nvPr/>
                </p:nvSpPr>
                <p:spPr>
                  <a:xfrm>
                    <a:off x="4066390" y="4399877"/>
                    <a:ext cx="4269027" cy="2958354"/>
                  </a:xfrm>
                  <a:prstGeom prst="arc">
                    <a:avLst>
                      <a:gd name="adj1" fmla="val 16199999"/>
                      <a:gd name="adj2" fmla="val 0"/>
                    </a:avLst>
                  </a:prstGeom>
                  <a:noFill/>
                  <a:ln w="101600">
                    <a:solidFill>
                      <a:srgbClr val="FFFF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76108300-A850-36F1-8A5F-6589B424B5C8}"/>
                    </a:ext>
                  </a:extLst>
                </p:cNvPr>
                <p:cNvGrpSpPr/>
                <p:nvPr/>
              </p:nvGrpSpPr>
              <p:grpSpPr>
                <a:xfrm flipH="1">
                  <a:off x="5237898" y="1813512"/>
                  <a:ext cx="4563455" cy="3230973"/>
                  <a:chOff x="3921189" y="4260877"/>
                  <a:chExt cx="4563455" cy="3230973"/>
                </a:xfrm>
              </p:grpSpPr>
              <p:sp>
                <p:nvSpPr>
                  <p:cNvPr id="16" name="Arc 15">
                    <a:extLst>
                      <a:ext uri="{FF2B5EF4-FFF2-40B4-BE49-F238E27FC236}">
                        <a16:creationId xmlns:a16="http://schemas.microsoft.com/office/drawing/2014/main" id="{12D32DA7-E1D4-EA53-2040-A0779FE93555}"/>
                      </a:ext>
                    </a:extLst>
                  </p:cNvPr>
                  <p:cNvSpPr/>
                  <p:nvPr/>
                </p:nvSpPr>
                <p:spPr>
                  <a:xfrm>
                    <a:off x="3921189" y="4260877"/>
                    <a:ext cx="4563455" cy="3230973"/>
                  </a:xfrm>
                  <a:prstGeom prst="arc">
                    <a:avLst/>
                  </a:prstGeom>
                  <a:noFill/>
                  <a:ln w="101600"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" name="Arc 16">
                    <a:extLst>
                      <a:ext uri="{FF2B5EF4-FFF2-40B4-BE49-F238E27FC236}">
                        <a16:creationId xmlns:a16="http://schemas.microsoft.com/office/drawing/2014/main" id="{A21782E4-0B0E-5F76-E812-02DDF758960F}"/>
                      </a:ext>
                    </a:extLst>
                  </p:cNvPr>
                  <p:cNvSpPr/>
                  <p:nvPr/>
                </p:nvSpPr>
                <p:spPr>
                  <a:xfrm>
                    <a:off x="4066390" y="4399877"/>
                    <a:ext cx="4269027" cy="2958354"/>
                  </a:xfrm>
                  <a:prstGeom prst="arc">
                    <a:avLst>
                      <a:gd name="adj1" fmla="val 16199999"/>
                      <a:gd name="adj2" fmla="val 0"/>
                    </a:avLst>
                  </a:prstGeom>
                  <a:noFill/>
                  <a:ln w="101600"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D5B910D-F15B-7B23-25D0-E2EF620009AB}"/>
                  </a:ext>
                </a:extLst>
              </p:cNvPr>
              <p:cNvGrpSpPr/>
              <p:nvPr/>
            </p:nvGrpSpPr>
            <p:grpSpPr>
              <a:xfrm>
                <a:off x="3214277" y="3906453"/>
                <a:ext cx="5493860" cy="1813342"/>
                <a:chOff x="3361620" y="3894324"/>
                <a:chExt cx="5493860" cy="1813342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BD87EB3-9877-C49D-26D9-9FC18BE32053}"/>
                    </a:ext>
                  </a:extLst>
                </p:cNvPr>
                <p:cNvGrpSpPr/>
                <p:nvPr/>
              </p:nvGrpSpPr>
              <p:grpSpPr>
                <a:xfrm>
                  <a:off x="3361620" y="5283200"/>
                  <a:ext cx="370262" cy="370262"/>
                  <a:chOff x="2414588" y="1493600"/>
                  <a:chExt cx="1079405" cy="1079405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970B6E38-F59D-D457-A9D5-86A2838D6AB2}"/>
                      </a:ext>
                    </a:extLst>
                  </p:cNvPr>
                  <p:cNvSpPr/>
                  <p:nvPr/>
                </p:nvSpPr>
                <p:spPr>
                  <a:xfrm>
                    <a:off x="2414588" y="1493600"/>
                    <a:ext cx="1079405" cy="107940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F7C3A2E5-CD54-D919-9F6E-7849394D85A0}"/>
                      </a:ext>
                    </a:extLst>
                  </p:cNvPr>
                  <p:cNvSpPr/>
                  <p:nvPr/>
                </p:nvSpPr>
                <p:spPr>
                  <a:xfrm>
                    <a:off x="2567193" y="1650683"/>
                    <a:ext cx="774193" cy="774193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780B0F16-F6E7-8D4D-F57E-5315EAE3F18E}"/>
                    </a:ext>
                  </a:extLst>
                </p:cNvPr>
                <p:cNvGrpSpPr/>
                <p:nvPr/>
              </p:nvGrpSpPr>
              <p:grpSpPr>
                <a:xfrm>
                  <a:off x="5352980" y="3894324"/>
                  <a:ext cx="370262" cy="370262"/>
                  <a:chOff x="2414588" y="1493600"/>
                  <a:chExt cx="1079405" cy="1079405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2832EB8-4B8A-3C95-E99D-90A03C4C761D}"/>
                      </a:ext>
                    </a:extLst>
                  </p:cNvPr>
                  <p:cNvSpPr/>
                  <p:nvPr/>
                </p:nvSpPr>
                <p:spPr>
                  <a:xfrm>
                    <a:off x="2414588" y="1493600"/>
                    <a:ext cx="1079405" cy="107940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ADB3F429-790C-D3C5-A629-09557EC2DEE5}"/>
                      </a:ext>
                    </a:extLst>
                  </p:cNvPr>
                  <p:cNvSpPr/>
                  <p:nvPr/>
                </p:nvSpPr>
                <p:spPr>
                  <a:xfrm>
                    <a:off x="2567193" y="1650683"/>
                    <a:ext cx="774193" cy="774193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135A9D90-45F1-E991-A305-F67270CFFE07}"/>
                    </a:ext>
                  </a:extLst>
                </p:cNvPr>
                <p:cNvGrpSpPr/>
                <p:nvPr/>
              </p:nvGrpSpPr>
              <p:grpSpPr>
                <a:xfrm>
                  <a:off x="4460112" y="4144091"/>
                  <a:ext cx="370262" cy="370262"/>
                  <a:chOff x="2414588" y="1493600"/>
                  <a:chExt cx="1079405" cy="1079405"/>
                </a:xfrm>
              </p:grpSpPr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5C28062B-45EC-DD11-AC9C-E0288F9BF567}"/>
                      </a:ext>
                    </a:extLst>
                  </p:cNvPr>
                  <p:cNvSpPr/>
                  <p:nvPr/>
                </p:nvSpPr>
                <p:spPr>
                  <a:xfrm>
                    <a:off x="2414588" y="1493600"/>
                    <a:ext cx="1079405" cy="107940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9DE38BE-93FF-D84E-307E-EA6EA0587FEF}"/>
                      </a:ext>
                    </a:extLst>
                  </p:cNvPr>
                  <p:cNvSpPr/>
                  <p:nvPr/>
                </p:nvSpPr>
                <p:spPr>
                  <a:xfrm>
                    <a:off x="2567193" y="1650683"/>
                    <a:ext cx="774193" cy="774193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6F1BC213-4AE7-D39E-0EB7-D4926F2D2DA1}"/>
                    </a:ext>
                  </a:extLst>
                </p:cNvPr>
                <p:cNvGrpSpPr/>
                <p:nvPr/>
              </p:nvGrpSpPr>
              <p:grpSpPr>
                <a:xfrm>
                  <a:off x="3722736" y="4617810"/>
                  <a:ext cx="370262" cy="370262"/>
                  <a:chOff x="2414588" y="1493600"/>
                  <a:chExt cx="1079405" cy="107940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34DDF675-0E47-0D20-19EC-DFA959C6328C}"/>
                      </a:ext>
                    </a:extLst>
                  </p:cNvPr>
                  <p:cNvSpPr/>
                  <p:nvPr/>
                </p:nvSpPr>
                <p:spPr>
                  <a:xfrm>
                    <a:off x="2414588" y="1493600"/>
                    <a:ext cx="1079405" cy="107940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876376DC-488D-2E8B-02C2-EBF6C08BF522}"/>
                      </a:ext>
                    </a:extLst>
                  </p:cNvPr>
                  <p:cNvSpPr/>
                  <p:nvPr/>
                </p:nvSpPr>
                <p:spPr>
                  <a:xfrm>
                    <a:off x="2567193" y="1650683"/>
                    <a:ext cx="774193" cy="774193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09387A41-74AC-C25C-5F06-BCAA5F93139C}"/>
                    </a:ext>
                  </a:extLst>
                </p:cNvPr>
                <p:cNvGrpSpPr/>
                <p:nvPr/>
              </p:nvGrpSpPr>
              <p:grpSpPr>
                <a:xfrm>
                  <a:off x="7280076" y="4123944"/>
                  <a:ext cx="370262" cy="370262"/>
                  <a:chOff x="8352435" y="1867510"/>
                  <a:chExt cx="370262" cy="370262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1D0B2C71-BF66-E1DA-F3F1-17D166AFCE4F}"/>
                      </a:ext>
                    </a:extLst>
                  </p:cNvPr>
                  <p:cNvSpPr/>
                  <p:nvPr/>
                </p:nvSpPr>
                <p:spPr>
                  <a:xfrm>
                    <a:off x="8352435" y="1867510"/>
                    <a:ext cx="370262" cy="37026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8E676BE1-31F3-A79D-5C92-27792CB76D92}"/>
                      </a:ext>
                    </a:extLst>
                  </p:cNvPr>
                  <p:cNvSpPr/>
                  <p:nvPr/>
                </p:nvSpPr>
                <p:spPr>
                  <a:xfrm>
                    <a:off x="8404782" y="1921393"/>
                    <a:ext cx="265567" cy="265567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EE12ACD8-ABE2-260A-A089-5D7134B203C9}"/>
                    </a:ext>
                  </a:extLst>
                </p:cNvPr>
                <p:cNvGrpSpPr/>
                <p:nvPr/>
              </p:nvGrpSpPr>
              <p:grpSpPr>
                <a:xfrm>
                  <a:off x="8050066" y="4634417"/>
                  <a:ext cx="370262" cy="370262"/>
                  <a:chOff x="8352435" y="1867510"/>
                  <a:chExt cx="370262" cy="370262"/>
                </a:xfrm>
              </p:grpSpPr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2F4227A2-D47D-C4B2-55DE-EFDE606707CF}"/>
                      </a:ext>
                    </a:extLst>
                  </p:cNvPr>
                  <p:cNvSpPr/>
                  <p:nvPr/>
                </p:nvSpPr>
                <p:spPr>
                  <a:xfrm>
                    <a:off x="8352435" y="1867510"/>
                    <a:ext cx="370262" cy="37026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BB52F01E-C6E1-6271-E92A-68D8B3AA54D1}"/>
                      </a:ext>
                    </a:extLst>
                  </p:cNvPr>
                  <p:cNvSpPr/>
                  <p:nvPr/>
                </p:nvSpPr>
                <p:spPr>
                  <a:xfrm>
                    <a:off x="8404782" y="1921393"/>
                    <a:ext cx="265567" cy="265567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98AE84E8-B908-4376-E5FC-F411EF6B30FE}"/>
                    </a:ext>
                  </a:extLst>
                </p:cNvPr>
                <p:cNvGrpSpPr/>
                <p:nvPr/>
              </p:nvGrpSpPr>
              <p:grpSpPr>
                <a:xfrm>
                  <a:off x="8485218" y="5337404"/>
                  <a:ext cx="370262" cy="370262"/>
                  <a:chOff x="8352435" y="1867510"/>
                  <a:chExt cx="370262" cy="370262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ED04AF01-2DF0-9C79-617A-CAD3482E93D5}"/>
                      </a:ext>
                    </a:extLst>
                  </p:cNvPr>
                  <p:cNvSpPr/>
                  <p:nvPr/>
                </p:nvSpPr>
                <p:spPr>
                  <a:xfrm>
                    <a:off x="8352435" y="1867510"/>
                    <a:ext cx="370262" cy="37026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1EF13C9B-7A44-06A7-B93F-C0DC2485528C}"/>
                      </a:ext>
                    </a:extLst>
                  </p:cNvPr>
                  <p:cNvSpPr/>
                  <p:nvPr/>
                </p:nvSpPr>
                <p:spPr>
                  <a:xfrm>
                    <a:off x="8404782" y="1921393"/>
                    <a:ext cx="265567" cy="265567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909CCEFF-100E-9A11-561A-A30EA48734B2}"/>
                    </a:ext>
                  </a:extLst>
                </p:cNvPr>
                <p:cNvGrpSpPr/>
                <p:nvPr/>
              </p:nvGrpSpPr>
              <p:grpSpPr>
                <a:xfrm>
                  <a:off x="6341740" y="3894324"/>
                  <a:ext cx="370262" cy="370262"/>
                  <a:chOff x="8352435" y="1867510"/>
                  <a:chExt cx="370262" cy="370262"/>
                </a:xfrm>
              </p:grpSpPr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951ABB3B-A9EC-6A96-4AAB-F2D402569FF0}"/>
                      </a:ext>
                    </a:extLst>
                  </p:cNvPr>
                  <p:cNvSpPr/>
                  <p:nvPr/>
                </p:nvSpPr>
                <p:spPr>
                  <a:xfrm>
                    <a:off x="8352435" y="1867510"/>
                    <a:ext cx="370262" cy="37026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5D39C7D1-E52E-E127-D027-8B9C139D09D2}"/>
                      </a:ext>
                    </a:extLst>
                  </p:cNvPr>
                  <p:cNvSpPr/>
                  <p:nvPr/>
                </p:nvSpPr>
                <p:spPr>
                  <a:xfrm>
                    <a:off x="8404782" y="1921393"/>
                    <a:ext cx="265567" cy="265567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E33B24F-21E8-050A-DF1A-9DB297DE1771}"/>
              </a:ext>
            </a:extLst>
          </p:cNvPr>
          <p:cNvGrpSpPr/>
          <p:nvPr/>
        </p:nvGrpSpPr>
        <p:grpSpPr>
          <a:xfrm>
            <a:off x="108543" y="2992390"/>
            <a:ext cx="4043481" cy="1306319"/>
            <a:chOff x="510585" y="2605026"/>
            <a:chExt cx="4043481" cy="130631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BE370C4-3750-4F3B-20E0-AABADF27DC3B}"/>
                </a:ext>
              </a:extLst>
            </p:cNvPr>
            <p:cNvGrpSpPr/>
            <p:nvPr/>
          </p:nvGrpSpPr>
          <p:grpSpPr>
            <a:xfrm>
              <a:off x="3579928" y="2978350"/>
              <a:ext cx="974138" cy="932995"/>
              <a:chOff x="848548" y="3882845"/>
              <a:chExt cx="1909446" cy="18288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32191FCF-99F4-AC17-B8CA-E30A92C31FA8}"/>
                  </a:ext>
                </a:extLst>
              </p:cNvPr>
              <p:cNvSpPr/>
              <p:nvPr/>
            </p:nvSpPr>
            <p:spPr>
              <a:xfrm>
                <a:off x="964265" y="3935567"/>
                <a:ext cx="1619708" cy="16197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Block Arc 80">
                <a:extLst>
                  <a:ext uri="{FF2B5EF4-FFF2-40B4-BE49-F238E27FC236}">
                    <a16:creationId xmlns:a16="http://schemas.microsoft.com/office/drawing/2014/main" id="{7EF8D705-DCB9-77D5-895A-695CD8098239}"/>
                  </a:ext>
                </a:extLst>
              </p:cNvPr>
              <p:cNvSpPr/>
              <p:nvPr/>
            </p:nvSpPr>
            <p:spPr>
              <a:xfrm rot="18148397">
                <a:off x="921835" y="3894324"/>
                <a:ext cx="1709854" cy="1709854"/>
              </a:xfrm>
              <a:prstGeom prst="blockArc">
                <a:avLst>
                  <a:gd name="adj1" fmla="val 13737735"/>
                  <a:gd name="adj2" fmla="val 21365591"/>
                  <a:gd name="adj3" fmla="val 53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B5FAC7ED-2D36-46EF-70ED-C21AB6476C8E}"/>
                  </a:ext>
                </a:extLst>
              </p:cNvPr>
              <p:cNvSpPr/>
              <p:nvPr/>
            </p:nvSpPr>
            <p:spPr>
              <a:xfrm rot="8939743">
                <a:off x="848548" y="3882845"/>
                <a:ext cx="1909446" cy="1828800"/>
              </a:xfrm>
              <a:prstGeom prst="blockArc">
                <a:avLst>
                  <a:gd name="adj1" fmla="val 10800000"/>
                  <a:gd name="adj2" fmla="val 21365591"/>
                  <a:gd name="adj3" fmla="val 53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B101585-D767-C7DC-4690-6B6FBF981D03}"/>
                </a:ext>
              </a:extLst>
            </p:cNvPr>
            <p:cNvGrpSpPr/>
            <p:nvPr/>
          </p:nvGrpSpPr>
          <p:grpSpPr>
            <a:xfrm>
              <a:off x="2429283" y="2775564"/>
              <a:ext cx="1619612" cy="258776"/>
              <a:chOff x="1121767" y="2095495"/>
              <a:chExt cx="1619612" cy="258776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F5DF30A9-6B40-A57F-6F8D-D80A2C4A12F3}"/>
                  </a:ext>
                </a:extLst>
              </p:cNvPr>
              <p:cNvGrpSpPr/>
              <p:nvPr/>
            </p:nvGrpSpPr>
            <p:grpSpPr>
              <a:xfrm>
                <a:off x="1139297" y="2118355"/>
                <a:ext cx="1602082" cy="235916"/>
                <a:chOff x="1139297" y="2118355"/>
                <a:chExt cx="1602082" cy="235916"/>
              </a:xfrm>
              <a:grpFill/>
            </p:grpSpPr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17B0C1DF-2441-99EF-3992-6F8D399E86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9297" y="2118355"/>
                  <a:ext cx="1602082" cy="7400"/>
                </a:xfrm>
                <a:prstGeom prst="line">
                  <a:avLst/>
                </a:prstGeom>
                <a:grpFill/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7CAAB447-CBE9-EFB5-9750-47E093F4C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36490" y="2125671"/>
                  <a:ext cx="2751" cy="228600"/>
                </a:xfrm>
                <a:prstGeom prst="line">
                  <a:avLst/>
                </a:prstGeom>
                <a:grpFill/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35C6D854-014A-5404-9B46-217D4A9DB7AD}"/>
                  </a:ext>
                </a:extLst>
              </p:cNvPr>
              <p:cNvSpPr/>
              <p:nvPr/>
            </p:nvSpPr>
            <p:spPr>
              <a:xfrm>
                <a:off x="1121767" y="2095495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0D744EE7-0D0D-4A0B-7E84-234F41F1857D}"/>
                </a:ext>
              </a:extLst>
            </p:cNvPr>
            <p:cNvSpPr txBox="1"/>
            <p:nvPr/>
          </p:nvSpPr>
          <p:spPr>
            <a:xfrm>
              <a:off x="510585" y="2605026"/>
              <a:ext cx="1927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Paddle Resizing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63F1C6F-5075-4BE6-86EF-3DBF42C56210}"/>
              </a:ext>
            </a:extLst>
          </p:cNvPr>
          <p:cNvGrpSpPr/>
          <p:nvPr/>
        </p:nvGrpSpPr>
        <p:grpSpPr>
          <a:xfrm>
            <a:off x="-98291" y="4075842"/>
            <a:ext cx="3311834" cy="1374200"/>
            <a:chOff x="193003" y="3367820"/>
            <a:chExt cx="3311834" cy="1374200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8177DEB-ACCC-0819-66E8-4FD6E0F02580}"/>
                </a:ext>
              </a:extLst>
            </p:cNvPr>
            <p:cNvGrpSpPr/>
            <p:nvPr/>
          </p:nvGrpSpPr>
          <p:grpSpPr>
            <a:xfrm>
              <a:off x="2530699" y="3809025"/>
              <a:ext cx="974138" cy="932995"/>
              <a:chOff x="848548" y="3882845"/>
              <a:chExt cx="1909446" cy="18288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CC740528-2E5F-CDF8-87B5-83DE7DE3F104}"/>
                  </a:ext>
                </a:extLst>
              </p:cNvPr>
              <p:cNvSpPr/>
              <p:nvPr/>
            </p:nvSpPr>
            <p:spPr>
              <a:xfrm>
                <a:off x="964265" y="3935567"/>
                <a:ext cx="1619708" cy="16197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EB145548-5F39-4A8D-5879-B7B54D088294}"/>
                  </a:ext>
                </a:extLst>
              </p:cNvPr>
              <p:cNvSpPr/>
              <p:nvPr/>
            </p:nvSpPr>
            <p:spPr>
              <a:xfrm rot="18148397">
                <a:off x="921835" y="3894324"/>
                <a:ext cx="1709854" cy="1709854"/>
              </a:xfrm>
              <a:prstGeom prst="blockArc">
                <a:avLst>
                  <a:gd name="adj1" fmla="val 13737735"/>
                  <a:gd name="adj2" fmla="val 21365591"/>
                  <a:gd name="adj3" fmla="val 53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BDA88F8A-3034-75CB-5134-D4FED3C4D682}"/>
                  </a:ext>
                </a:extLst>
              </p:cNvPr>
              <p:cNvSpPr/>
              <p:nvPr/>
            </p:nvSpPr>
            <p:spPr>
              <a:xfrm rot="8939743">
                <a:off x="848548" y="3882845"/>
                <a:ext cx="1909446" cy="1828800"/>
              </a:xfrm>
              <a:prstGeom prst="blockArc">
                <a:avLst>
                  <a:gd name="adj1" fmla="val 10800000"/>
                  <a:gd name="adj2" fmla="val 21365591"/>
                  <a:gd name="adj3" fmla="val 53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AACD3B9-2983-AE5F-8193-1194D231EC1B}"/>
                </a:ext>
              </a:extLst>
            </p:cNvPr>
            <p:cNvGrpSpPr/>
            <p:nvPr/>
          </p:nvGrpSpPr>
          <p:grpSpPr>
            <a:xfrm>
              <a:off x="1380950" y="3599134"/>
              <a:ext cx="1621750" cy="267919"/>
              <a:chOff x="1121767" y="2095495"/>
              <a:chExt cx="1621750" cy="267919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CFD80057-B1A4-91AC-F947-B0D79EDB3C9E}"/>
                  </a:ext>
                </a:extLst>
              </p:cNvPr>
              <p:cNvGrpSpPr/>
              <p:nvPr/>
            </p:nvGrpSpPr>
            <p:grpSpPr>
              <a:xfrm>
                <a:off x="1139297" y="2118355"/>
                <a:ext cx="1604220" cy="245059"/>
                <a:chOff x="1139297" y="2118355"/>
                <a:chExt cx="1604220" cy="245059"/>
              </a:xfrm>
              <a:grpFill/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FE88AEC-1F26-6E97-84A7-5AFF11C82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9297" y="2118355"/>
                  <a:ext cx="1602082" cy="7400"/>
                </a:xfrm>
                <a:prstGeom prst="line">
                  <a:avLst/>
                </a:prstGeom>
                <a:grpFill/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FC174672-1B31-EBED-9F45-5C1EF6782E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36490" y="2125670"/>
                  <a:ext cx="7027" cy="237744"/>
                </a:xfrm>
                <a:prstGeom prst="line">
                  <a:avLst/>
                </a:prstGeom>
                <a:grpFill/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805FFC8-2451-5D38-5872-CABE94C31CD1}"/>
                  </a:ext>
                </a:extLst>
              </p:cNvPr>
              <p:cNvSpPr/>
              <p:nvPr/>
            </p:nvSpPr>
            <p:spPr>
              <a:xfrm>
                <a:off x="1121767" y="2095495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661B3A5-5ADB-2B01-5D0D-679E82BD8F8B}"/>
                </a:ext>
              </a:extLst>
            </p:cNvPr>
            <p:cNvSpPr txBox="1"/>
            <p:nvPr/>
          </p:nvSpPr>
          <p:spPr>
            <a:xfrm>
              <a:off x="193003" y="3367820"/>
              <a:ext cx="16268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UI</a:t>
              </a:r>
            </a:p>
            <a:p>
              <a:pPr algn="ctr"/>
              <a:r>
                <a:rPr lang="en-US" dirty="0"/>
                <a:t>Improvements</a:t>
              </a: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5AD9601-5CCE-19E3-A131-82C3E0173E2A}"/>
              </a:ext>
            </a:extLst>
          </p:cNvPr>
          <p:cNvGrpSpPr/>
          <p:nvPr/>
        </p:nvGrpSpPr>
        <p:grpSpPr>
          <a:xfrm>
            <a:off x="1850863" y="2200631"/>
            <a:ext cx="3732193" cy="1365293"/>
            <a:chOff x="2128549" y="2150537"/>
            <a:chExt cx="3732193" cy="1365293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00A1084-AEBF-D23D-D216-50DF1C0027F0}"/>
                </a:ext>
              </a:extLst>
            </p:cNvPr>
            <p:cNvGrpSpPr/>
            <p:nvPr/>
          </p:nvGrpSpPr>
          <p:grpSpPr>
            <a:xfrm>
              <a:off x="4886604" y="2582335"/>
              <a:ext cx="974138" cy="933495"/>
              <a:chOff x="856236" y="3618630"/>
              <a:chExt cx="1909446" cy="1829780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D631CB33-D45F-3635-3538-61D0655465C7}"/>
                  </a:ext>
                </a:extLst>
              </p:cNvPr>
              <p:cNvSpPr/>
              <p:nvPr/>
            </p:nvSpPr>
            <p:spPr>
              <a:xfrm>
                <a:off x="964265" y="3669115"/>
                <a:ext cx="1619708" cy="16197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3E92207A-4D8C-FCC9-5C95-E57D5C596FDC}"/>
                  </a:ext>
                </a:extLst>
              </p:cNvPr>
              <p:cNvSpPr/>
              <p:nvPr/>
            </p:nvSpPr>
            <p:spPr>
              <a:xfrm rot="18148397">
                <a:off x="902807" y="3618630"/>
                <a:ext cx="1709855" cy="1709855"/>
              </a:xfrm>
              <a:prstGeom prst="blockArc">
                <a:avLst>
                  <a:gd name="adj1" fmla="val 13737735"/>
                  <a:gd name="adj2" fmla="val 21365591"/>
                  <a:gd name="adj3" fmla="val 53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BC0C6C9F-A6C0-2D61-10F0-64E73AE38BC3}"/>
                  </a:ext>
                </a:extLst>
              </p:cNvPr>
              <p:cNvSpPr/>
              <p:nvPr/>
            </p:nvSpPr>
            <p:spPr>
              <a:xfrm rot="8939743">
                <a:off x="856236" y="3619610"/>
                <a:ext cx="1909446" cy="1828800"/>
              </a:xfrm>
              <a:prstGeom prst="blockArc">
                <a:avLst>
                  <a:gd name="adj1" fmla="val 10800000"/>
                  <a:gd name="adj2" fmla="val 21365591"/>
                  <a:gd name="adj3" fmla="val 53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162FB2A-8E88-9FFB-BADD-7F3D9D9BE37B}"/>
                </a:ext>
              </a:extLst>
            </p:cNvPr>
            <p:cNvGrpSpPr/>
            <p:nvPr/>
          </p:nvGrpSpPr>
          <p:grpSpPr>
            <a:xfrm>
              <a:off x="3745788" y="2310961"/>
              <a:ext cx="1611212" cy="315919"/>
              <a:chOff x="1121767" y="2020339"/>
              <a:chExt cx="1611212" cy="315919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300E669C-801D-F3FC-E891-90551027370F}"/>
                  </a:ext>
                </a:extLst>
              </p:cNvPr>
              <p:cNvGrpSpPr/>
              <p:nvPr/>
            </p:nvGrpSpPr>
            <p:grpSpPr>
              <a:xfrm>
                <a:off x="1130239" y="2042577"/>
                <a:ext cx="1602740" cy="293681"/>
                <a:chOff x="1130239" y="2042577"/>
                <a:chExt cx="1602740" cy="293681"/>
              </a:xfrm>
              <a:grpFill/>
            </p:grpSpPr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B3E137F9-66A3-66D7-46CF-57887177E0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0239" y="2042577"/>
                  <a:ext cx="1602082" cy="7400"/>
                </a:xfrm>
                <a:prstGeom prst="line">
                  <a:avLst/>
                </a:prstGeom>
                <a:grpFill/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95B2C465-3DDF-4C95-DB1B-698978AE5C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30858" y="2047674"/>
                  <a:ext cx="2121" cy="288584"/>
                </a:xfrm>
                <a:prstGeom prst="line">
                  <a:avLst/>
                </a:prstGeom>
                <a:grpFill/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12A541A1-894F-8E5F-83CA-5F4FC921AC9C}"/>
                  </a:ext>
                </a:extLst>
              </p:cNvPr>
              <p:cNvSpPr/>
              <p:nvPr/>
            </p:nvSpPr>
            <p:spPr>
              <a:xfrm>
                <a:off x="1121767" y="2020339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D74EBD40-EE4F-4812-2B54-E071568E59DE}"/>
                </a:ext>
              </a:extLst>
            </p:cNvPr>
            <p:cNvSpPr txBox="1"/>
            <p:nvPr/>
          </p:nvSpPr>
          <p:spPr>
            <a:xfrm>
              <a:off x="2128549" y="2150537"/>
              <a:ext cx="170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 Mode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7A1F03F-007D-E34B-27B5-5951849F51AA}"/>
              </a:ext>
            </a:extLst>
          </p:cNvPr>
          <p:cNvGrpSpPr/>
          <p:nvPr/>
        </p:nvGrpSpPr>
        <p:grpSpPr>
          <a:xfrm>
            <a:off x="6605708" y="2134874"/>
            <a:ext cx="3678056" cy="1415024"/>
            <a:chOff x="6605708" y="2134874"/>
            <a:chExt cx="3678056" cy="1415024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51AA370-CE52-5683-F0A8-A53094DCB707}"/>
                </a:ext>
              </a:extLst>
            </p:cNvPr>
            <p:cNvGrpSpPr/>
            <p:nvPr/>
          </p:nvGrpSpPr>
          <p:grpSpPr>
            <a:xfrm>
              <a:off x="6605708" y="2286574"/>
              <a:ext cx="2075975" cy="1263324"/>
              <a:chOff x="6753051" y="2274445"/>
              <a:chExt cx="2075975" cy="1263324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509ABEB8-65E1-F0D1-C031-4D0741C7D606}"/>
                  </a:ext>
                </a:extLst>
              </p:cNvPr>
              <p:cNvGrpSpPr/>
              <p:nvPr/>
            </p:nvGrpSpPr>
            <p:grpSpPr>
              <a:xfrm>
                <a:off x="6753051" y="2604774"/>
                <a:ext cx="974138" cy="932995"/>
                <a:chOff x="7534543" y="2823399"/>
                <a:chExt cx="974138" cy="932995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9663B49B-4534-7B43-8599-2BC1FFCCDEC8}"/>
                    </a:ext>
                  </a:extLst>
                </p:cNvPr>
                <p:cNvSpPr/>
                <p:nvPr/>
              </p:nvSpPr>
              <p:spPr>
                <a:xfrm>
                  <a:off x="7593364" y="2845213"/>
                  <a:ext cx="826323" cy="8263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8" name="Block Arc 117">
                  <a:extLst>
                    <a:ext uri="{FF2B5EF4-FFF2-40B4-BE49-F238E27FC236}">
                      <a16:creationId xmlns:a16="http://schemas.microsoft.com/office/drawing/2014/main" id="{92ABA2E8-9D54-63CE-A6F1-34DB9CE923E3}"/>
                    </a:ext>
                  </a:extLst>
                </p:cNvPr>
                <p:cNvSpPr/>
                <p:nvPr/>
              </p:nvSpPr>
              <p:spPr>
                <a:xfrm rot="8939743">
                  <a:off x="7534543" y="2823399"/>
                  <a:ext cx="974138" cy="932995"/>
                </a:xfrm>
                <a:prstGeom prst="blockArc">
                  <a:avLst>
                    <a:gd name="adj1" fmla="val 10800000"/>
                    <a:gd name="adj2" fmla="val 21365591"/>
                    <a:gd name="adj3" fmla="val 5331"/>
                  </a:avLst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Block Arc 118">
                  <a:extLst>
                    <a:ext uri="{FF2B5EF4-FFF2-40B4-BE49-F238E27FC236}">
                      <a16:creationId xmlns:a16="http://schemas.microsoft.com/office/drawing/2014/main" id="{107CDDC8-EC29-BA32-99A5-10F55830AADD}"/>
                    </a:ext>
                  </a:extLst>
                </p:cNvPr>
                <p:cNvSpPr/>
                <p:nvPr/>
              </p:nvSpPr>
              <p:spPr>
                <a:xfrm rot="18148397">
                  <a:off x="7566171" y="2826839"/>
                  <a:ext cx="872313" cy="872313"/>
                </a:xfrm>
                <a:prstGeom prst="blockArc">
                  <a:avLst>
                    <a:gd name="adj1" fmla="val 13737735"/>
                    <a:gd name="adj2" fmla="val 21365591"/>
                    <a:gd name="adj3" fmla="val 5331"/>
                  </a:avLst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B6B5B8D4-70DF-2664-74F1-F59A15B23DCB}"/>
                  </a:ext>
                </a:extLst>
              </p:cNvPr>
              <p:cNvGrpSpPr/>
              <p:nvPr/>
            </p:nvGrpSpPr>
            <p:grpSpPr>
              <a:xfrm flipH="1">
                <a:off x="7209414" y="2274445"/>
                <a:ext cx="1619612" cy="391922"/>
                <a:chOff x="1121767" y="1978892"/>
                <a:chExt cx="1619612" cy="391922"/>
              </a:xfrm>
              <a:solidFill>
                <a:schemeClr val="accent6">
                  <a:lumMod val="50000"/>
                </a:schemeClr>
              </a:solidFill>
            </p:grpSpPr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5A83592E-8B6E-6EE9-F66A-9B0BE5BC8EDE}"/>
                    </a:ext>
                  </a:extLst>
                </p:cNvPr>
                <p:cNvGrpSpPr/>
                <p:nvPr/>
              </p:nvGrpSpPr>
              <p:grpSpPr>
                <a:xfrm>
                  <a:off x="1139297" y="2000977"/>
                  <a:ext cx="1602082" cy="369837"/>
                  <a:chOff x="1139297" y="2000977"/>
                  <a:chExt cx="1602082" cy="369837"/>
                </a:xfrm>
                <a:grpFill/>
              </p:grpSpPr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FB9DE6AD-1D37-42C7-3638-3530F3CE7D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39297" y="2000977"/>
                    <a:ext cx="1602082" cy="7400"/>
                  </a:xfrm>
                  <a:prstGeom prst="line">
                    <a:avLst/>
                  </a:prstGeom>
                  <a:grpFill/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42D3ECEC-D8F7-640F-9419-0586BA6474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33648" y="2010059"/>
                    <a:ext cx="2842" cy="360755"/>
                  </a:xfrm>
                  <a:prstGeom prst="line">
                    <a:avLst/>
                  </a:prstGeom>
                  <a:grpFill/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FB4290E-8E10-2528-C36A-7795E4EB2A2E}"/>
                    </a:ext>
                  </a:extLst>
                </p:cNvPr>
                <p:cNvSpPr/>
                <p:nvPr/>
              </p:nvSpPr>
              <p:spPr>
                <a:xfrm>
                  <a:off x="1121767" y="1978892"/>
                  <a:ext cx="45719" cy="45719"/>
                </a:xfrm>
                <a:prstGeom prst="ellipse">
                  <a:avLst/>
                </a:prstGeom>
                <a:grpFill/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EB3D003E-C3A0-FDD0-23B7-F5C8FB3E94A5}"/>
                </a:ext>
              </a:extLst>
            </p:cNvPr>
            <p:cNvSpPr txBox="1"/>
            <p:nvPr/>
          </p:nvSpPr>
          <p:spPr>
            <a:xfrm>
              <a:off x="8681683" y="2134874"/>
              <a:ext cx="160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GitHub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CCEE043-A395-3476-AD37-AE48BB8D4231}"/>
              </a:ext>
            </a:extLst>
          </p:cNvPr>
          <p:cNvGrpSpPr/>
          <p:nvPr/>
        </p:nvGrpSpPr>
        <p:grpSpPr>
          <a:xfrm>
            <a:off x="7863112" y="2823772"/>
            <a:ext cx="3672449" cy="1502693"/>
            <a:chOff x="7863112" y="2823772"/>
            <a:chExt cx="3672449" cy="1502693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3D4A4291-02A9-43C8-4105-768E62207BAE}"/>
                </a:ext>
              </a:extLst>
            </p:cNvPr>
            <p:cNvGrpSpPr/>
            <p:nvPr/>
          </p:nvGrpSpPr>
          <p:grpSpPr>
            <a:xfrm>
              <a:off x="7863112" y="3012261"/>
              <a:ext cx="2116358" cy="1314204"/>
              <a:chOff x="7804414" y="3102918"/>
              <a:chExt cx="2116358" cy="1314204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5EAAEF7D-CCC7-CED7-4A27-977514ED43BB}"/>
                  </a:ext>
                </a:extLst>
              </p:cNvPr>
              <p:cNvGrpSpPr/>
              <p:nvPr/>
            </p:nvGrpSpPr>
            <p:grpSpPr>
              <a:xfrm>
                <a:off x="7804414" y="3484127"/>
                <a:ext cx="974138" cy="932995"/>
                <a:chOff x="7534543" y="2823399"/>
                <a:chExt cx="974138" cy="932995"/>
              </a:xfrm>
            </p:grpSpPr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D05ED7F0-299E-645D-7038-D7091E9A10EF}"/>
                    </a:ext>
                  </a:extLst>
                </p:cNvPr>
                <p:cNvSpPr/>
                <p:nvPr/>
              </p:nvSpPr>
              <p:spPr>
                <a:xfrm>
                  <a:off x="7593364" y="2845213"/>
                  <a:ext cx="826323" cy="8263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3" name="Block Arc 122">
                  <a:extLst>
                    <a:ext uri="{FF2B5EF4-FFF2-40B4-BE49-F238E27FC236}">
                      <a16:creationId xmlns:a16="http://schemas.microsoft.com/office/drawing/2014/main" id="{D4FE4AD0-9048-52DB-7163-7648515E5E20}"/>
                    </a:ext>
                  </a:extLst>
                </p:cNvPr>
                <p:cNvSpPr/>
                <p:nvPr/>
              </p:nvSpPr>
              <p:spPr>
                <a:xfrm rot="8939743">
                  <a:off x="7534543" y="2823399"/>
                  <a:ext cx="974138" cy="932995"/>
                </a:xfrm>
                <a:prstGeom prst="blockArc">
                  <a:avLst>
                    <a:gd name="adj1" fmla="val 10800000"/>
                    <a:gd name="adj2" fmla="val 21365591"/>
                    <a:gd name="adj3" fmla="val 5331"/>
                  </a:avLst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Block Arc 123">
                  <a:extLst>
                    <a:ext uri="{FF2B5EF4-FFF2-40B4-BE49-F238E27FC236}">
                      <a16:creationId xmlns:a16="http://schemas.microsoft.com/office/drawing/2014/main" id="{9F22851C-A53E-4A23-BFF8-B92BB398676A}"/>
                    </a:ext>
                  </a:extLst>
                </p:cNvPr>
                <p:cNvSpPr/>
                <p:nvPr/>
              </p:nvSpPr>
              <p:spPr>
                <a:xfrm rot="18148397">
                  <a:off x="7566171" y="2826839"/>
                  <a:ext cx="872313" cy="872313"/>
                </a:xfrm>
                <a:prstGeom prst="blockArc">
                  <a:avLst>
                    <a:gd name="adj1" fmla="val 13737735"/>
                    <a:gd name="adj2" fmla="val 21365591"/>
                    <a:gd name="adj3" fmla="val 5331"/>
                  </a:avLst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4E97B757-BA95-9A3C-FE26-D1192C775CF3}"/>
                  </a:ext>
                </a:extLst>
              </p:cNvPr>
              <p:cNvGrpSpPr/>
              <p:nvPr/>
            </p:nvGrpSpPr>
            <p:grpSpPr>
              <a:xfrm flipH="1">
                <a:off x="8301160" y="3102918"/>
                <a:ext cx="1619612" cy="442151"/>
                <a:chOff x="1121767" y="1952330"/>
                <a:chExt cx="1619612" cy="442151"/>
              </a:xfrm>
              <a:solidFill>
                <a:schemeClr val="accent6">
                  <a:lumMod val="50000"/>
                </a:schemeClr>
              </a:solidFill>
            </p:grpSpPr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159114A0-468C-8DAF-19B0-F3C440689BD0}"/>
                    </a:ext>
                  </a:extLst>
                </p:cNvPr>
                <p:cNvGrpSpPr/>
                <p:nvPr/>
              </p:nvGrpSpPr>
              <p:grpSpPr>
                <a:xfrm>
                  <a:off x="1139297" y="1977204"/>
                  <a:ext cx="1602082" cy="417277"/>
                  <a:chOff x="1139297" y="1977204"/>
                  <a:chExt cx="1602082" cy="417277"/>
                </a:xfrm>
                <a:grpFill/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831D2D8E-432C-E933-EC2E-0F76313060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39297" y="1977204"/>
                    <a:ext cx="1602082" cy="7400"/>
                  </a:xfrm>
                  <a:prstGeom prst="line">
                    <a:avLst/>
                  </a:prstGeom>
                  <a:grpFill/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394F3EFE-926B-967A-513E-AB356B0A0D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41108" y="1983001"/>
                    <a:ext cx="0" cy="411480"/>
                  </a:xfrm>
                  <a:prstGeom prst="line">
                    <a:avLst/>
                  </a:prstGeom>
                  <a:grpFill/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480A04E1-5F08-778D-D2E9-DCFBFAF3036D}"/>
                    </a:ext>
                  </a:extLst>
                </p:cNvPr>
                <p:cNvSpPr/>
                <p:nvPr/>
              </p:nvSpPr>
              <p:spPr>
                <a:xfrm>
                  <a:off x="1121767" y="1952330"/>
                  <a:ext cx="45719" cy="45719"/>
                </a:xfrm>
                <a:prstGeom prst="ellipse">
                  <a:avLst/>
                </a:prstGeom>
                <a:grpFill/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BCCBE6B-82DD-240C-903D-2DE8B4866691}"/>
                </a:ext>
              </a:extLst>
            </p:cNvPr>
            <p:cNvSpPr txBox="1"/>
            <p:nvPr/>
          </p:nvSpPr>
          <p:spPr>
            <a:xfrm>
              <a:off x="10053944" y="2823772"/>
              <a:ext cx="1481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Meetings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DEC1ADF-9DE8-AB83-0302-D91AF86E8895}"/>
              </a:ext>
            </a:extLst>
          </p:cNvPr>
          <p:cNvGrpSpPr/>
          <p:nvPr/>
        </p:nvGrpSpPr>
        <p:grpSpPr>
          <a:xfrm>
            <a:off x="8869786" y="4081511"/>
            <a:ext cx="3251493" cy="1498533"/>
            <a:chOff x="8869786" y="4081511"/>
            <a:chExt cx="3251493" cy="1498533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FF533D27-6CD3-6CB4-0D86-A00248877748}"/>
                </a:ext>
              </a:extLst>
            </p:cNvPr>
            <p:cNvGrpSpPr/>
            <p:nvPr/>
          </p:nvGrpSpPr>
          <p:grpSpPr>
            <a:xfrm>
              <a:off x="8869786" y="4243318"/>
              <a:ext cx="2105484" cy="1336726"/>
              <a:chOff x="8648074" y="4196515"/>
              <a:chExt cx="2105484" cy="1336726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86588457-55B7-ACA6-5B91-21B0AFC83D16}"/>
                  </a:ext>
                </a:extLst>
              </p:cNvPr>
              <p:cNvGrpSpPr/>
              <p:nvPr/>
            </p:nvGrpSpPr>
            <p:grpSpPr>
              <a:xfrm>
                <a:off x="8648074" y="4600246"/>
                <a:ext cx="974138" cy="932995"/>
                <a:chOff x="7534543" y="2823399"/>
                <a:chExt cx="974138" cy="932995"/>
              </a:xfrm>
            </p:grpSpPr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A386182B-1513-4965-31A2-A224EE9388D5}"/>
                    </a:ext>
                  </a:extLst>
                </p:cNvPr>
                <p:cNvSpPr/>
                <p:nvPr/>
              </p:nvSpPr>
              <p:spPr>
                <a:xfrm>
                  <a:off x="7593364" y="2845213"/>
                  <a:ext cx="826323" cy="8263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1" name="Block Arc 130">
                  <a:extLst>
                    <a:ext uri="{FF2B5EF4-FFF2-40B4-BE49-F238E27FC236}">
                      <a16:creationId xmlns:a16="http://schemas.microsoft.com/office/drawing/2014/main" id="{DE4A29C7-08DA-145B-2E08-F1E1AC7117B2}"/>
                    </a:ext>
                  </a:extLst>
                </p:cNvPr>
                <p:cNvSpPr/>
                <p:nvPr/>
              </p:nvSpPr>
              <p:spPr>
                <a:xfrm rot="8939743">
                  <a:off x="7534543" y="2823399"/>
                  <a:ext cx="974138" cy="932995"/>
                </a:xfrm>
                <a:prstGeom prst="blockArc">
                  <a:avLst>
                    <a:gd name="adj1" fmla="val 10800000"/>
                    <a:gd name="adj2" fmla="val 21365591"/>
                    <a:gd name="adj3" fmla="val 5331"/>
                  </a:avLst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Block Arc 131">
                  <a:extLst>
                    <a:ext uri="{FF2B5EF4-FFF2-40B4-BE49-F238E27FC236}">
                      <a16:creationId xmlns:a16="http://schemas.microsoft.com/office/drawing/2014/main" id="{ADF43BF4-DADF-8F5E-04D7-81B854D9F490}"/>
                    </a:ext>
                  </a:extLst>
                </p:cNvPr>
                <p:cNvSpPr/>
                <p:nvPr/>
              </p:nvSpPr>
              <p:spPr>
                <a:xfrm rot="18148397">
                  <a:off x="7566171" y="2826839"/>
                  <a:ext cx="872313" cy="872313"/>
                </a:xfrm>
                <a:prstGeom prst="blockArc">
                  <a:avLst>
                    <a:gd name="adj1" fmla="val 13737735"/>
                    <a:gd name="adj2" fmla="val 21365591"/>
                    <a:gd name="adj3" fmla="val 5331"/>
                  </a:avLst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0D357E44-89F1-BCA6-EF07-B9AC48EC542D}"/>
                  </a:ext>
                </a:extLst>
              </p:cNvPr>
              <p:cNvGrpSpPr/>
              <p:nvPr/>
            </p:nvGrpSpPr>
            <p:grpSpPr>
              <a:xfrm flipH="1">
                <a:off x="9128616" y="4196515"/>
                <a:ext cx="1624942" cy="464471"/>
                <a:chOff x="1121767" y="1920004"/>
                <a:chExt cx="1624942" cy="464471"/>
              </a:xfrm>
              <a:solidFill>
                <a:schemeClr val="accent6">
                  <a:lumMod val="50000"/>
                </a:schemeClr>
              </a:solidFill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F6375293-4C79-8410-5510-31625B4B15E4}"/>
                    </a:ext>
                  </a:extLst>
                </p:cNvPr>
                <p:cNvGrpSpPr/>
                <p:nvPr/>
              </p:nvGrpSpPr>
              <p:grpSpPr>
                <a:xfrm>
                  <a:off x="1144627" y="1942198"/>
                  <a:ext cx="1602082" cy="442277"/>
                  <a:chOff x="1144627" y="1942198"/>
                  <a:chExt cx="1602082" cy="442277"/>
                </a:xfrm>
                <a:grpFill/>
              </p:grpSpPr>
              <p:cxnSp>
                <p:nvCxnSpPr>
                  <p:cNvPr id="146" name="Straight Connector 145">
                    <a:extLst>
                      <a:ext uri="{FF2B5EF4-FFF2-40B4-BE49-F238E27FC236}">
                        <a16:creationId xmlns:a16="http://schemas.microsoft.com/office/drawing/2014/main" id="{A406387E-170D-B2B3-D860-6CE8FC8775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44627" y="1942198"/>
                    <a:ext cx="1602082" cy="7400"/>
                  </a:xfrm>
                  <a:prstGeom prst="line">
                    <a:avLst/>
                  </a:prstGeom>
                  <a:grpFill/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2B9BEDA1-EE4F-B8C8-0214-4ADD38DE4D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34182" y="1945563"/>
                    <a:ext cx="11544" cy="438912"/>
                  </a:xfrm>
                  <a:prstGeom prst="line">
                    <a:avLst/>
                  </a:prstGeom>
                  <a:grpFill/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7C989E36-E8E1-CFCC-8161-7E48432A3090}"/>
                    </a:ext>
                  </a:extLst>
                </p:cNvPr>
                <p:cNvSpPr/>
                <p:nvPr/>
              </p:nvSpPr>
              <p:spPr>
                <a:xfrm>
                  <a:off x="1121767" y="1920004"/>
                  <a:ext cx="45719" cy="45719"/>
                </a:xfrm>
                <a:prstGeom prst="ellipse">
                  <a:avLst/>
                </a:prstGeom>
                <a:grpFill/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76F1011E-71D7-0A25-E9D7-E6DE73A76C9C}"/>
                </a:ext>
              </a:extLst>
            </p:cNvPr>
            <p:cNvSpPr txBox="1"/>
            <p:nvPr/>
          </p:nvSpPr>
          <p:spPr>
            <a:xfrm>
              <a:off x="11000362" y="4081511"/>
              <a:ext cx="1120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Structure</a:t>
              </a:r>
            </a:p>
          </p:txBody>
        </p:sp>
      </p:grp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073E815-EBD8-283E-BB0E-08B4A025C7CB}"/>
              </a:ext>
            </a:extLst>
          </p:cNvPr>
          <p:cNvCxnSpPr>
            <a:cxnSpLocks/>
          </p:cNvCxnSpPr>
          <p:nvPr/>
        </p:nvCxnSpPr>
        <p:spPr>
          <a:xfrm>
            <a:off x="3593522" y="872837"/>
            <a:ext cx="5171209" cy="0"/>
          </a:xfrm>
          <a:prstGeom prst="line">
            <a:avLst/>
          </a:prstGeom>
          <a:ln w="28575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EC297FF0-1C0E-076B-D75B-3E01535A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205" y="3594496"/>
            <a:ext cx="491243" cy="462346"/>
          </a:xfrm>
          <a:prstGeom prst="rect">
            <a:avLst/>
          </a:prstGeom>
        </p:spPr>
      </p:pic>
      <p:pic>
        <p:nvPicPr>
          <p:cNvPr id="8" name="Picture 7" descr="A green and black chip&#10;&#10;AI-generated content may be incorrect.">
            <a:extLst>
              <a:ext uri="{FF2B5EF4-FFF2-40B4-BE49-F238E27FC236}">
                <a16:creationId xmlns:a16="http://schemas.microsoft.com/office/drawing/2014/main" id="{C792EB0F-82F3-0151-DBD7-05E86042F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576" y="2796214"/>
            <a:ext cx="518179" cy="556563"/>
          </a:xfrm>
          <a:prstGeom prst="rect">
            <a:avLst/>
          </a:prstGeom>
        </p:spPr>
      </p:pic>
      <p:pic>
        <p:nvPicPr>
          <p:cNvPr id="23" name="Picture 22" descr="A white cat in a black circle&#10;&#10;AI-generated content may be incorrect.">
            <a:extLst>
              <a:ext uri="{FF2B5EF4-FFF2-40B4-BE49-F238E27FC236}">
                <a16:creationId xmlns:a16="http://schemas.microsoft.com/office/drawing/2014/main" id="{C840C1C0-C31B-808F-CD4B-7DE0D79DE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794" y="2787265"/>
            <a:ext cx="569791" cy="569791"/>
          </a:xfrm>
          <a:prstGeom prst="rect">
            <a:avLst/>
          </a:prstGeom>
        </p:spPr>
      </p:pic>
      <p:pic>
        <p:nvPicPr>
          <p:cNvPr id="25" name="Picture 24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2E4C0DE0-9C66-D44B-C84D-986B86725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902" y="3584532"/>
            <a:ext cx="546220" cy="546220"/>
          </a:xfrm>
          <a:prstGeom prst="rect">
            <a:avLst/>
          </a:prstGeom>
        </p:spPr>
      </p:pic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4DAF5D9A-8C46-2901-8E0D-298851B61C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010" y="4827148"/>
            <a:ext cx="543119" cy="543119"/>
          </a:xfrm>
          <a:prstGeom prst="rect">
            <a:avLst/>
          </a:prstGeom>
        </p:spPr>
      </p:pic>
      <p:pic>
        <p:nvPicPr>
          <p:cNvPr id="38" name="Picture 37" descr="A computer screen with a letter u&#10;&#10;AI-generated content may be incorrect.">
            <a:extLst>
              <a:ext uri="{FF2B5EF4-FFF2-40B4-BE49-F238E27FC236}">
                <a16:creationId xmlns:a16="http://schemas.microsoft.com/office/drawing/2014/main" id="{E50119FF-52DA-77C6-AFF6-D12A5A220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4104" y="4701962"/>
            <a:ext cx="533436" cy="53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85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PONG: THE GAME</vt:lpstr>
      <vt:lpstr>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Karabelyov, Velislav (Student)</dc:creator>
  <cp:lastModifiedBy>Karabelyov, Velislav (Student)</cp:lastModifiedBy>
  <cp:revision>2</cp:revision>
  <dcterms:created xsi:type="dcterms:W3CDTF">2026-01-23T07:09:29Z</dcterms:created>
  <dcterms:modified xsi:type="dcterms:W3CDTF">2026-01-23T11:01:45Z</dcterms:modified>
</cp:coreProperties>
</file>